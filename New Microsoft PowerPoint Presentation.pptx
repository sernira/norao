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58" r:id="rId5"/>
    <p:sldId id="259" r:id="rId6"/>
    <p:sldId id="261" r:id="rId7"/>
    <p:sldId id="263" r:id="rId8"/>
    <p:sldId id="260" r:id="rId9"/>
  </p:sldIdLst>
  <p:sldSz cx="18288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8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2194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992968"/>
            <a:ext cx="15544800" cy="6366933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9605435"/>
            <a:ext cx="13716000" cy="4415365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9892-209E-4268-8DDE-9C3B904AA79C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56D8-852F-4B7D-BD83-3A56185C6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90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9892-209E-4268-8DDE-9C3B904AA79C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56D8-852F-4B7D-BD83-3A56185C6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5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4559305"/>
            <a:ext cx="15773400" cy="7607299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12238572"/>
            <a:ext cx="15773400" cy="4000499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9892-209E-4268-8DDE-9C3B904AA79C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56D8-852F-4B7D-BD83-3A56185C6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051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4868333"/>
            <a:ext cx="77724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4868333"/>
            <a:ext cx="77724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9892-209E-4268-8DDE-9C3B904AA79C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56D8-852F-4B7D-BD83-3A56185C6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576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73671"/>
            <a:ext cx="1577340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4483101"/>
            <a:ext cx="7736680" cy="219709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6680200"/>
            <a:ext cx="773668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4483101"/>
            <a:ext cx="7774782" cy="219709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6680200"/>
            <a:ext cx="7774782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9892-209E-4268-8DDE-9C3B904AA79C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56D8-852F-4B7D-BD83-3A56185C6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892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9892-209E-4268-8DDE-9C3B904AA79C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56D8-852F-4B7D-BD83-3A56185C6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25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9892-209E-4268-8DDE-9C3B904AA79C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56D8-852F-4B7D-BD83-3A56185C6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98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9200"/>
            <a:ext cx="5898356" cy="42672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2633138"/>
            <a:ext cx="9258300" cy="12996333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5486400"/>
            <a:ext cx="5898356" cy="10164235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9892-209E-4268-8DDE-9C3B904AA79C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56D8-852F-4B7D-BD83-3A56185C6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38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9200"/>
            <a:ext cx="5898356" cy="42672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2633138"/>
            <a:ext cx="9258300" cy="12996333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5486400"/>
            <a:ext cx="5898356" cy="10164235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9892-209E-4268-8DDE-9C3B904AA79C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56D8-852F-4B7D-BD83-3A56185C6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756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9892-209E-4268-8DDE-9C3B904AA79C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56D8-852F-4B7D-BD83-3A56185C6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39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973667"/>
            <a:ext cx="3943350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973667"/>
            <a:ext cx="11601450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9892-209E-4268-8DDE-9C3B904AA79C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756D8-852F-4B7D-BD83-3A56185C6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945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973671"/>
            <a:ext cx="1577340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4868333"/>
            <a:ext cx="1577340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B9892-209E-4268-8DDE-9C3B904AA79C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6950271"/>
            <a:ext cx="6172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756D8-852F-4B7D-BD83-3A56185C6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408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56A3A5-AD3F-0713-56AE-16DD638D5F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23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BA549F-EE8D-E072-5617-1428C7BA5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147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9C928-70F9-2469-8E40-64932EAB5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260286-DBA3-1EBF-B62D-66F1AFD93D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182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D8A8F3-C182-F5E4-A961-184C9E3A1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749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8F775B-5963-D681-84BE-DFCC12F00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503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9F203-CE0A-C277-8568-7FA9A66EE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A79F29-728F-19CB-AE3E-B196AE2718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72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34E1B-DF7E-4AFC-128C-94039F09F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27C9FB-E2DE-D344-DD07-92AB9244E5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775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48730-37BD-D45D-D727-7DCC79788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C3C68C-D8D0-F8A7-7A36-166C2D517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828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33D7CF2-B587-B982-E462-DC2179CED121}"/>
              </a:ext>
            </a:extLst>
          </p:cNvPr>
          <p:cNvSpPr/>
          <p:nvPr/>
        </p:nvSpPr>
        <p:spPr>
          <a:xfrm>
            <a:off x="10972800" y="2501153"/>
            <a:ext cx="2904565" cy="72076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290476-1B4F-3CCC-B146-C6A9C3F987F0}"/>
              </a:ext>
            </a:extLst>
          </p:cNvPr>
          <p:cNvSpPr/>
          <p:nvPr/>
        </p:nvSpPr>
        <p:spPr>
          <a:xfrm>
            <a:off x="9144000" y="3433482"/>
            <a:ext cx="2904565" cy="1864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B9B5B8F-C2AD-BB14-3704-C21E0045EA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724756">
            <a:off x="11789680" y="10726084"/>
            <a:ext cx="3246722" cy="324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290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0</Words>
  <Application>Microsoft Office PowerPoint</Application>
  <PresentationFormat>Custom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amir aazami</dc:creator>
  <cp:lastModifiedBy>amir aazami</cp:lastModifiedBy>
  <cp:revision>6</cp:revision>
  <dcterms:created xsi:type="dcterms:W3CDTF">2026-10-25T18:14:59Z</dcterms:created>
  <dcterms:modified xsi:type="dcterms:W3CDTF">2026-10-25T18:35:39Z</dcterms:modified>
</cp:coreProperties>
</file>